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小程序还能这么写？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出样式，Tailwind 跑全端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816352"/>
            <a:ext cx="5806440" cy="1042416"/>
          </a:xfrm>
          <a:prstGeom prst="roundRect">
            <a:avLst>
              <a:gd name="adj" fmla="val 10526"/>
            </a:avLst>
          </a:prstGeom>
          <a:solidFill>
            <a:srgbClr val="111B30">
              <a:alpha val="94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3063240"/>
            <a:ext cx="532180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一句话描述界面 -&gt; AI 生成 Tailwind 类名 -&gt; weapp-tailwindcss 自动转译 -&gt; 小程序直接预览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06640" y="1078992"/>
            <a:ext cx="3794760" cy="4526280"/>
          </a:xfrm>
          <a:prstGeom prst="roundRect">
            <a:avLst>
              <a:gd name="adj" fmla="val 3855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26680" y="140817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Story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26680" y="1773936"/>
            <a:ext cx="269748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痛点重述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一句话出 UI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为什么是 Tailwind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仓库全景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 Demo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 工作流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进阶技巧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工程收尾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" y="58064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灵魂拷问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你到底花了多少时间在写样式？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上周写了多少行样式？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花了多少时间调 margin / padding / radius / shadow？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你是在写业务，还是在做像素搬运？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小程序场景还要额外承担平台差异、单位适配和多端一致性。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为什么小程序样式开发一直慢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不是你不努力，是旧范式本来就低效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表达成本高：脑子里想的是界面，手上敲的是分散属性。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试错成本高：知道不对，但经常不知道到底哪里不对。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跨端一致性差：uni-app、taro、原生、uni-app x 的链路都不完全一样。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反馈链路长：设计稿、IDE、开发者工具来回切换。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旧范式 vs 新范式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从“手写属性”切到“表达意图”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旧：先想 CSS 属性，再一条一条试。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新：先说清楚界面意图，让 AI 给出第一版可运行结果。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旧：人肉反复试错。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新：Tailwind 把样式变成 AI 更容易稳定输出的结构化语言。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1609344"/>
            <a:ext cx="276148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以前写的是像素，现在写的是意图。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先看结果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一句话，AI 出一版卡片样式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渐变卡片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大圆角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柔和阴影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 / 副标题 / CTA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166420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1938528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Prompt 示例：做一个渐变卡片，大圆角，柔和阴影，标题 32rpx，副标题 24rpx，底部一个高亮 CTA。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为什么是 Tailwind，不是直接写 CSS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是更适合 AI 的样式语言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可枚举：类名词汇表稳定，AI 更容易命中。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可组合：原子类天然适合做受约束拼装。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可约束：比自由 CSS 更少发散。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更稳定：输出的是类名方案，不是一大坨难维护的 CSS。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三层模型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 -&gt; 原子类 -&gt; 小程序适配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你：描述界面意图。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AI：生成 Tailwind 类名。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weapp-tailwindcss：翻译成小程序可运行结果。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三层职责拆开后，工作流才稳定。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1609344"/>
            <a:ext cx="276148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不直接对接小程序，它先对接 Tailwind 这层表达语言。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 在做什么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不只是插件，而是一条工程链路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小程序全方面解决方案。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支持多构建工具基底和 Node API 集成。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覆盖多框架、多端与运行时适配。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把“能写 Tailwind”升级成“能在小程序稳定运行”。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支持范围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覆盖主流小程序开发路线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webpack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vite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rspack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rollup / rolldown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gulp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以及这些基底之上的框架生态。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仓库不是 PPT 工程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它同时有 demo、templates、Skill、E2E、benchmark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demo/*：真实可跑样例。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templates.jsonc：模板矩阵。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skills/weapp-tailwindcss：AI 工作流产品化。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watch / HMR 回归：关注开发反馈速度。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framework benchmark：统一口径评估体验。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 Demo 选型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demo/uni-app-tailwindcss-v4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直观：5 分钟就能从零到页面。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稳定：直播容错高。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贴近业务：不是只会做玩具 UI。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适合现场展示 patch、vite 插件、样式入口和页面类名。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关键配置 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postinstall: "weapp-tw patch"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patch 链路不能漏。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任意值问题常和它有关。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JS / TS 字符串 class 不生效也常和它有关。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很多坑的根，其实是 patch 没接好。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关键配置 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vite.config.ts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uni()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插件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UnifiedViteWeappTailwindcssPlugin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生成样式后，还要再过一层小程序适配。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关键配置 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src/main.css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入口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主题变量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配置承载点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这里不是传统业务 CSS 大杂烩，而是原子类表达系统的入口。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Skill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 AI 不只是写代码，而是按流程做事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先收集上下文。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再输出配置。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再给验证步骤。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再给回滚方案。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1609344"/>
            <a:ext cx="276148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工程化的关键不是“更会写”，而是“更会按流程交付”。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 先问什么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最小上下文决定方案质量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框架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构建器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目标端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版本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包管理器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166420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1938528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上下文不完整，AI 就会四处漏风。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 输出什么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不是一段代码，而是一套落地结果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修改文件清单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可复制配置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安装命令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验证步骤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回滚方案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进阶技巧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这些地方最容易踩坑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任意值与 rpx：什么时候要写成 length:22rpx。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动态 class 要枚举，不要自由拼半截 token。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space-y / space-x 在小程序端的标签限制。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twMerge / cva / cn 的运行时合并价值。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uni-app x 让“Tailwind 跑全端”真正成立。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68680"/>
            <a:ext cx="6309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工程信号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4173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从“能跑”走向“可验证”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1792224"/>
            <a:ext cx="123444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993392"/>
            <a:ext cx="5715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HMR 报告：关注“改完多久看到结果”。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framework benchmark：用统一口径讨论开发体验。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重点不是某框架必赢，而是这套生态已经把问题工程化。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今天学到的不是一个插件，而是一条新工作流。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987552"/>
            <a:ext cx="3611880" cy="4526280"/>
          </a:xfrm>
          <a:prstGeom prst="roundRect">
            <a:avLst>
              <a:gd name="adj" fmla="val 3038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1261872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Focus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45552" y="440740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45552" y="4645152"/>
            <a:ext cx="2011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意图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类名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小程序预览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-548640" y="-731520"/>
            <a:ext cx="5669280" cy="2194560"/>
          </a:xfrm>
          <a:prstGeom prst="rect">
            <a:avLst/>
          </a:prstGeom>
          <a:solidFill>
            <a:srgbClr val="2563EB">
              <a:alpha val="5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8869680" y="5212080"/>
            <a:ext cx="4023360" cy="2011680"/>
          </a:xfrm>
          <a:prstGeom prst="rect">
            <a:avLst/>
          </a:prstGeom>
          <a:solidFill>
            <a:srgbClr val="38BDF8">
              <a:alpha val="36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57200"/>
            <a:ext cx="11183112" cy="5897880"/>
          </a:xfrm>
          <a:prstGeom prst="roundRect">
            <a:avLst>
              <a:gd name="adj" fmla="val 2171"/>
            </a:avLst>
          </a:prstGeom>
          <a:solidFill>
            <a:srgbClr val="111B30">
              <a:alpha val="92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0" y="56692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9893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2026-04-02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32520" y="59893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weapp-tailwindcss live deck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1078992"/>
            <a:ext cx="4480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最后一句话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96112" y="17190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别再把样式开发当体力活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395728"/>
            <a:ext cx="4160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写意图
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Tailwind 做语言
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weapp-tailwindcss 负责翻译
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从下一个页面开始试
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92240" y="1298448"/>
            <a:ext cx="4297680" cy="3474720"/>
          </a:xfrm>
          <a:prstGeom prst="roundRect">
            <a:avLst>
              <a:gd name="adj" fmla="val 3947"/>
            </a:avLst>
          </a:prstGeom>
          <a:solidFill>
            <a:srgbClr val="0D17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62763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12280" y="1975104"/>
            <a:ext cx="3383280" cy="1243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先跑一个 demo，再装 Skill，再用一句真实需求试一次 AI 出样式。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weapp-tailwindcss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小程序还能这么写？</dc:title>
  <dc:subject>AI 出样式，Tailwind 跑全端</dc:subject>
  <dc:creator>OpenAI Codex</dc:creator>
  <cp:lastModifiedBy>OpenAI Codex</cp:lastModifiedBy>
  <cp:revision>1</cp:revision>
  <dcterms:created xsi:type="dcterms:W3CDTF">2026-04-01T03:17:59Z</dcterms:created>
  <dcterms:modified xsi:type="dcterms:W3CDTF">2026-04-01T03:17:59Z</dcterms:modified>
</cp:coreProperties>
</file>